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ABFRL – Agentic Conversational Sales Agent (Prototype)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omnichannel shopping across web, mobile, WhatsApp/Telegram, kiosk and voice • AOV + conversion uplift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760720" cy="448056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journeys across channels → loss of context and drop-offs.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sales associate bandwidth → missed upsell / cross-sell.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human-like, consultative agent that guides to purchase.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targets: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Increase Average Order Value (AOV)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conversion 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Seamless online ↔ store handoff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5212080" cy="448056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(What this prototype demonstrates)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23317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Sales Agent orchestrating modular Worker Agents: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Recommendation (bundles + upsell/cross-sell)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Inventory (ship / collect / reserve)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Loyalty &amp; Offers (pricing + savings)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Payment (UPI/card/POS + failure recovery)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Fulfillment (ship / click &amp; collect / try-on booking)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Post-purchase (tracking/returns/feedback)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step-by-step orchestration logs + flow view.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481328"/>
            <a:ext cx="4626864" cy="32004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443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Teal/Charcoal (non-purple)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Continuity (One session across channels)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Conversation, cart and preferences persist via a Session Code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292608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'Need office outfit under 3k'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asks open questions, recommends 4 items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+ prefs saved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2011680"/>
            <a:ext cx="3611880" cy="292608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1488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WhatsApp/Telegram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251460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continues on chat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recalls style, store, promotions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bundle (belt/shoes)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2011680"/>
            <a:ext cx="3611880" cy="292608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1488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Kiosk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51460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scans barcode at kiosk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reserves try-on slot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via POS / UPI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86200" y="2926080"/>
            <a:ext cx="457200" cy="548640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2926080"/>
            <a:ext cx="457200" cy="548640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166360"/>
            <a:ext cx="11155680" cy="109728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3035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demo moment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5669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starts on Mobile → switches to Kiosk and the agent continues seamlessly (same cart, same preferences).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toggles demonstrate recovery (payment decline / out-of-stock).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 (Sales Agent + Worker Agents)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Loosely coupled workers; easy to add new capabilities (e.g., Gift Wrapping Agent)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46320" y="2011680"/>
            <a:ext cx="2468880" cy="2468880"/>
          </a:xfrm>
          <a:prstGeom prst="ellipse">
            <a:avLst/>
          </a:prstGeom>
          <a:solidFill>
            <a:srgbClr val="1B2A44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0" y="233172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Agent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2926080" cy="64008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5681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4206240"/>
            <a:ext cx="2926080" cy="64008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33425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869680" y="1828800"/>
            <a:ext cx="2926080" cy="64008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95681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Offers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0" y="4206240"/>
            <a:ext cx="2926080" cy="64008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433425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2926080" cy="64008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95097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4800600"/>
            <a:ext cx="2926080" cy="64008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92861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Post‑Purchase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155680" cy="91440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6235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visibility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 message produces a step-by-step trace: agent → worker calls → outputs → recoveries.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Systems, Data &amp; Tech Components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includes APIs for catalog, inventory, pricing, payments, POS and orders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237744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(Synthetic)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customer profiles (demographics, purchase history, loyalty tier, channel preferences).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API (SKUs, category, attributes, price, images).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inventory (online warehouse + stores).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440680" cy="237744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6596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Services / Integrations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983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stub (authorize/capture; declined transactions).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promo rules engine (tier discounts + bundles).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scan (barcode simulation) + order creation (mock OMS).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11155680" cy="187452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5720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mapping (from requested architecture)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937760"/>
            <a:ext cx="10698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Next.js (React) UI with channel switcher + chat + cart + logs.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Orchestrate: modular Sales/Worker Agent design (LangChain/LangGraph-ready).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Integration: Next.js API routes act like an API Gateway; stubs for WhatsApp/Payment/POS.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Storage: in-memory session store + mock datasets (swap for PostgreSQL/Mongo/Elastic).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Cases, Recovery &amp; KPI Levers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how the agent protects conversion while increasing basket size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233172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handling (demo toggles)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failure: decline → suggest alternate method → retry.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Out-of-stock: propose in-stock alternatives + ship/collect/reserve options.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switch: continues the same session without re-asking basics.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440680" cy="233172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6596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&amp; conversion tactics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983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Consultative questions (occasion, budget, style).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+ complementary items (belt/shoes/bag).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savings (loyalty tier, promos, coupons).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reduction via kiosk scan + click &amp; collect.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11155680" cy="1920240"/>
          </a:xfrm>
          <a:prstGeom prst="roundRect">
            <a:avLst/>
          </a:prstGeom>
          <a:solidFill>
            <a:srgbClr val="0F1A2F"/>
          </a:solidFill>
          <a:ln w="12700">
            <a:solidFill>
              <a:srgbClr val="22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5262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 in the live demo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8920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Start on Mobile → get recommendations → add to cart.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Switch to Kiosk → reserve try-on or scan barcode → checkout.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Trigger payment decline and recover; trigger out-of-stock and recover.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Post-purchase: tracking/returns/feedback.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ABFRL Prototype (Auto-generated)</dc:creator>
  <cp:lastModifiedBy>ABFRL Prototype (Auto-generated)</cp:lastModifiedBy>
  <cp:revision>1</cp:revision>
  <dcterms:created xsi:type="dcterms:W3CDTF">2025-12-17T15:10:08Z</dcterms:created>
  <dcterms:modified xsi:type="dcterms:W3CDTF">2025-12-17T15:10:08Z</dcterms:modified>
</cp:coreProperties>
</file>